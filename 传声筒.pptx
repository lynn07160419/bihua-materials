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432" r:id="rId3"/>
    <p:sldId id="429" r:id="rId4"/>
    <p:sldId id="427" r:id="rId5"/>
    <p:sldId id="436" r:id="rId6"/>
    <p:sldId id="437" r:id="rId7"/>
    <p:sldId id="438" r:id="rId8"/>
    <p:sldId id="439" r:id="rId9"/>
    <p:sldId id="440" r:id="rId10"/>
    <p:sldId id="424" r:id="rId11"/>
    <p:sldId id="442" r:id="rId12"/>
    <p:sldId id="425" r:id="rId13"/>
    <p:sldId id="441" r:id="rId14"/>
  </p:sldIdLst>
  <p:sldSz cx="12192000" cy="6858000"/>
  <p:notesSz cx="6858000" cy="9144000"/>
  <p:embeddedFontLst>
    <p:embeddedFont>
      <p:font typeface="微软雅黑" panose="020B0503020204020204" pitchFamily="34" charset="-122"/>
      <p:regular r:id="rId18"/>
    </p:embeddedFont>
    <p:embeddedFont>
      <p:font typeface="字魂萌趣软糖体" panose="00000500000000000000" charset="-122"/>
      <p:regular r:id="rId19"/>
    </p:embeddedFont>
  </p:embeddedFontLst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88B1"/>
    <a:srgbClr val="E0ECC5"/>
    <a:srgbClr val="AEE0E9"/>
    <a:srgbClr val="FFCC83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87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041525" y="2152015"/>
            <a:ext cx="810958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北京大学爱心社手语分社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76796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四六级考试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63090" y="2720975"/>
            <a:ext cx="907351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十年树木百年树人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63842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牛马面包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76796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手动选课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63842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马到成功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63842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犹豫就会败北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76796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人生是一场豪赌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63090" y="2152650"/>
            <a:ext cx="907351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不知道，我的身材很曼妙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76796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爱你老己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36980" y="2767965"/>
            <a:ext cx="985393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前人栽树，后人乘凉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30605" y="2767965"/>
            <a:ext cx="1013015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ctr"/>
            <a:r>
              <a:rPr lang="zh-CN" altLang="en-US" sz="8000" b="0">
                <a:solidFill>
                  <a:srgbClr val="6888B1"/>
                </a:solidFill>
                <a:latin typeface="字魂萌趣软糖体" panose="00000500000000000000" charset="-122"/>
                <a:ea typeface="字魂萌趣软糖体" panose="00000500000000000000" charset="-122"/>
              </a:rPr>
              <a:t>好了好了，这下好了</a:t>
            </a:r>
            <a:endParaRPr lang="zh-CN" altLang="en-US" sz="8000" b="0">
              <a:solidFill>
                <a:srgbClr val="6888B1"/>
              </a:solidFill>
              <a:latin typeface="字魂萌趣软糖体" panose="00000500000000000000" charset="-122"/>
              <a:ea typeface="字魂萌趣软糖体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DIAGRAM_VIRTUALLY_FRAME" val="{&quot;height&quot;:367.3,&quot;left&quot;:146.7,&quot;top&quot;:90.95,&quot;width&quot;:392.95}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PP_MARK_KEY" val="b1b5dca6-1a13-4b70-9ab8-e2a5ac45fe2c"/>
  <p:tag name="COMMONDATA" val="eyJoZGlkIjoiZDM5NTcwNTNhYTVmYWU3YTViOGE1MGEyNzAyM2U0MjA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24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Wingdings</vt:lpstr>
      <vt:lpstr>字魂萌趣软糖体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☆蔺★</cp:lastModifiedBy>
  <cp:revision>157</cp:revision>
  <dcterms:created xsi:type="dcterms:W3CDTF">2026-03-14T12:40:00Z</dcterms:created>
  <dcterms:modified xsi:type="dcterms:W3CDTF">2026-03-20T12:04:29Z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10D1433B8B26AEF35157B569400412C2_43</vt:lpwstr>
  </property>
  <property fmtid="{D5CDD505-2E9C-101B-9397-08002B2CF9AE}" pid="4" name="KSOTemplateUUID">
    <vt:lpwstr>v1.0_mb_sR3nkbjrwYFVkcpDfmMRRA==</vt:lpwstr>
  </property>
</Properties>
</file>